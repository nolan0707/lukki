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Claude Code 源码深潜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下一代 Agent Runtime 是如何被构建的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从 CLI 到 AI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为什么竞争不再是模型战争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过去比回答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现在比完成任务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未来比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Copilot vs 执行时代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Copilot=补全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Claude Code=计划/执行/恢复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为什么 Claude Code 值得研究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local runtime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tooling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memory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remote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今天讨论的真正主题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讨论 AI Agent Runtime 参考架构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全局路线图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定位→内核→工具→治理→未来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Claude Code 不是传统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输入目标而非命令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CLI 与 Agent Runtime 分水岭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目标驱动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多轮执行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有状态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可恢复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更准确的定义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User-space Local Agent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行业坐标系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Copilot/Cursor/OpenHands/Claude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为什么选择 Local-first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FS Shell Git Secrets 在本地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为什么本地仍重要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即时反馈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最终授权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就地执行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架构快照（六层模型）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UI/Runtime/Capability/Services/State/Infra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为什么多数 Agent Demo 无法产品化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只有 prompt+model 不够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Runtime 内核其实很简单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callModel→tools→append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真正困难的部分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state drift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context overflow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tool conflicts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Claude Code 的关键分层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QueryEngine/query.ts/claude.ts/tools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为什么这层次重要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拆复杂度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QueryEngine：会话级大脑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生命周期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持久化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Prompt 装配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query.ts：单轮状态机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THINK→ACT→OBSERVE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Message 是真正共享内存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Message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为什么 Tool Result 属于 User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协议正确性优先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保持协议不变式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配对结果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顺序合法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DCDCDC"/>
                </a:solidFill>
              </a:rPr>
              <a:t>可恢复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复杂能力=消息变换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deny/retry/progress 都是消息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多数 Tool 系统为何失控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把工具当函数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Tool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双面协议对象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Schema 不只是校验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输入结构=Prompt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Orchestration 与 Execution 分离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调度 vs 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Semantic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按语义并发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为什么这比普通并发高级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Read Read Edit Read -&gt; 分批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Streaming Tool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边流边执行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为什么这很关键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减少 idle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ToolUseContext：强大也危险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高能力也高耦合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为什么仍值得这样做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tradeoff 最优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If Tools Are Functions...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You built 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Agent 最大问题不是智商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Context Explosion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Context 治理思路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每轮前编译上下文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Compact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microcompact→collapse→fallback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外置 Tool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preview +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Context Window 不是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上下文≠记忆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Permission 不是弹窗系统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权限是执行语义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Permission as State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Allow/Deny/Defer/Escalate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Denial 不是失败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拒绝也是信息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改走安全路径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最终风险边界留在本地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最终批准在端侧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可观测性不是日志系统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它决定 rollout/fallback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Observability as Control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Signals→Decisions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为什么 Agent 更依赖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路径动态变化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Trace 不是附属品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Trace=结构镜像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Remote Without Rewrite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远程不重写内核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替换什么 保留什么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换 transport 保留协议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为什么决定未来扩展能力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支持 swarm/background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未来不是纯本地也不是纯云端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Split-Brain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哪些能力适合本地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UI approvals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哪些能力适合云端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memory scheduling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Agent Infra 成为新中间件层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新中间件层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五个启示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Runtime engineering 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如果你今天在做 Agent 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先问状态/权限/调度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我们看到的不是一个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新软件形态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Final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DCDCDC"/>
                </a:solidFill>
              </a:rPr>
              <a:t>Early operating system for AI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87878"/>
                </a:solidFill>
              </a:rP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