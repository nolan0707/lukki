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6256000" cy="9144000"/>
  <p:notesSz cx="9144000" cy="16256000"/>
  <p:embeddedFontLst>
    <p:embeddedFont>
      <p:font typeface="Liter" charset="-122" pitchFamily="34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ARCHITECTURE DEEP DIVE // 2025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032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 深入源码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62000" y="3048000"/>
            <a:ext cx="2540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的 Harness 设计哲学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572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逐层拆解一个工业级 Agent Runtime 的工程智慧</a:t>
            </a:r>
            <a:endParaRPr lang="en-US" sz="22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面向架构师与极客专家的深度技术演讲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414000" y="1524000"/>
            <a:ext cx="5080000" cy="609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68000" y="1778000"/>
            <a:ext cx="4572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Agent Runtime Architecture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Harness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'InputAdapter'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'SessionOrchestrator'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'TurnStateMachine'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'ModelCompiler'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'ToolRuntime'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(turn)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.recover(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.govern(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.sample(turn)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8128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演讲时长：4 小时 | 面向对象：架构师 / 技术专家 / 极客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演讲导航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" y="1524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项目全景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1968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不只是 CLI，而是 Agent 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24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0" y="1524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对话执行内核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Turn Runtime 的工业级实现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2667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命令与工具架构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3111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人机双入口的能力体系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2667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与扩展生态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311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开放协议驱动的能力增长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81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810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权限与安全治理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4254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策略+协议+执行隔离的联动体系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381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81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远程与分布式协同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254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三种模式共享同一套消息协议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953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4953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观测与实验架构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397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运行时控制面与数据面的统一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4953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4953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端云协同演进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5397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从本地 Agent OS 到协同 Agent 平台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35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从架构视角深入源码 —— Claude Code 的 Harness 设计哲学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项目全景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不只是 CLI，而是 Agent OS —— 理解 Claude Code 的架构定位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架构定位：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本地优先的 Agent 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BUSINESS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858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终端内完成 AI 编程协作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工具系统让模型可读写文件、执行命令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会话、记忆、历史保持长期上下文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插件、Skills、MCP 让能力可扩展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权限、沙箱、审批控制高风险动作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远程桥接支持跨终端、跨会话协作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0" y="139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CORE JUDGMENT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841500"/>
            <a:ext cx="7112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0" y="1968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不是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"命令行聊天工具"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"本地 Agent OS"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以本地终端为主控面的 AI Agent 平台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3810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src/main.tsx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 composition root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src/screens/REPL.tsx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 交互运行时壳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src/QueryEngine.ts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 会话级编排器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159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以 Bun + TypeScript 为运行时，React + Ink 构建终端交互界面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以 QueryEngine + services/api/claude.ts 为主对话引擎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以 tools/、commands/、services/mcp/、utils/plugins/、skills/ 为扩展面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以 ~/.claude、项目内 .claude、会话 jsonl、memory/ 为核心持久化面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源码位置：src/main.tsx, src/QueryEngine.ts, src/screens/REPL.tsx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main.tsx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的职责边界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main.tsx 不是简单入口，而是应用内核的 composition root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职责一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启动性能优化与副作用预热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职责二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init() 初始化配置/证书/代理/遥测/LSP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职责三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解析 CLI 参数与运行模式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职责四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初始化命令/工具/插件/skills/MCP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职责五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创建 Store 和初始 AppState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职责六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启动 REPL / resume / remote 等路径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355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0" y="1397000"/>
            <a:ext cx="71120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src/main.tsx - 启动编排器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 function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initializeAnalyticsGates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配置/证书/代理/遥测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mode =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parseCLIMode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(args);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store =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createStore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(appState);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switch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(mode)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'repl'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startREPL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'remote'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startRemote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'bridge'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startBridge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533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LAUNCH PATHS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778500"/>
            <a:ext cx="3429000" cy="101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5905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 模式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本地交互式编码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5778500"/>
            <a:ext cx="3429000" cy="101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9000" y="5905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Session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远程会话接管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5778500"/>
            <a:ext cx="3429000" cy="101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500" y="5905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模式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常驻桥接环境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01500" y="5778500"/>
            <a:ext cx="3492500" cy="101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92000" y="59055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Connect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直连自建 Server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239000"/>
            <a:ext cx="50800" cy="762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7239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关键设计：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启动路径大量使用动态 import，目的是减少 cold start 代价；初始化顺序经过精心设计——先 safe env，再 trust，再 telemetry。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源码位置：src/main.tsx, src/entrypoints/init.ts, src/entrypoints/cli.tsx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双层状态架构：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进程态与 UI 态分离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419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58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PROCESS 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bootstrap/state.ts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65405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进程级基础设施状态容器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sessionId / cwd / projectRoot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模型配置 / token / cost 累计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telemetry provider state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prompt cache stability 状态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global feature latch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覆盖范围大，服务于 API / telemetry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storage / memory / bridge 等非 React 模块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45500" y="1460500"/>
            <a:ext cx="7048500" cy="419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99500" y="158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UI 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99500" y="1968500"/>
            <a:ext cx="6540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AppStateStore.ts + AppState.tsx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2476500"/>
            <a:ext cx="65405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会话视图状态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tasks / notifications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 clients / plugins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toolPermissionContext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footer selection / bridge 状态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bagel / tungsten 面板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轻量自建 store + useSyncExternalStore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onChangeAppState.ts 负责副作用落盘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778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77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关键设计决策：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没有引入 Redux / Zustand，而是自己实现了轻量 store。React 层通过 useSyncExternalStore 订阅切片，非 React 层则通过 getAppState()/setAppState() 与执行内核解耦。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设计优势：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层与 runtime 层能共享同一状态模型，但不共享实现方式——这是工业级 CLI/Agent 系统的典型设计模式。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7175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状态拆分设计 —— 进程基础设施态与 UI 交互态分离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bootstrap/state.ts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sessionId, cwd, projectRoot, model, token, cost, telemetry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进程级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state/AppStateStore.ts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tasks, mcp, plugins, permissions, notifications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UI 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源码位置：src/bootstrap/state.ts, src/state/AppStateStore.ts, src/state/AppState.tsx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技术架构总图：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六层分层模型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2540000" y="13970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3970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94000" y="13970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Ink 终端 UI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0" y="22225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2225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94000" y="22225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main.tsx / REPL.tsx / commands.ts / QueryEngine.ts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0" y="30480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2A20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30480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CAPABILITY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4000" y="30480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/ commands / MCP / plugins / skills / tasks / assistant / bridge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0000" y="38735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38735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94000" y="38735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/ mcp / oauth / analytics / compact / lsp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0000" y="46990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2E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46990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94000" y="46990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bootstrap/state.ts / AppStateStore.ts / history.ts / sessionStorage.ts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0" y="5524500"/>
            <a:ext cx="11176000" cy="6985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55245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INFRA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94000" y="5524500"/>
            <a:ext cx="1066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fs / config / env / auth / network / proxy / sandbox / telemetry / platform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2095500"/>
            <a:ext cx="0" cy="12700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128000" y="2921000"/>
            <a:ext cx="0" cy="12700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8128000" y="3746500"/>
            <a:ext cx="0" cy="12700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128000" y="4572000"/>
            <a:ext cx="0" cy="12700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8128000" y="5397500"/>
            <a:ext cx="0" cy="127000"/>
          </a:xfrm>
          <a:prstGeom prst="straightConnector1">
            <a:avLst/>
          </a:prstGeom>
          <a:noFill/>
          <a:ln w="127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62000" y="6731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架构风格组合：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本地优先的富客户端架构 + 插件化平台架构 + Agent tool loop 架构 + 事件流+状态机驱动架构 + 多运行模式的混合部署架构。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核心优势：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核心能力统一围绕消息链、工具链、权限链展开，主线清晰；扩展点完整，插件/Skills/MCP/子 agent 互相可组合；远程模式与本地模式共享同一套消息协议，复用度高。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项目全景 —— 技术架构总图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六类数据的持久化体系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98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配置数据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1905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~/.claude.json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用户偏好 / OAuth / theme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plugin / MCP / global settings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78500" y="13970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498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会话数据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1905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projects/&lt;project&gt;/&lt;session&gt;.jsonl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user / assistant / attachment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JSONL 追加写，支持 resume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13970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1498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历史数据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5500" y="1905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~/.claude/history.jsonl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用户输入历史 / 粘贴内容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Ctrl+R 搜索 / 上下箭头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65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" y="34671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记忆数据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3873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memory/MEMORY.md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严格 memory taxonomy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入口文件大小截断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3365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9000" y="34671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扩展生态数据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9000" y="3873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~/.claude/plugins/cache/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Skills markdown + frontmatter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MCP 配置聚合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3365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85500" y="34671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远程服务数据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85500" y="3873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~/.claude/server-sessions.json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session key 到 metadata 映射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server 重启后恢复 detached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DATA RELATIONS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842000"/>
            <a:ext cx="14732000" cy="2413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000" y="5905500"/>
            <a:ext cx="1422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GlobalConfig</a:t>
            </a:r>
            <a:endParaRPr lang="en-US" sz="14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projects[projectKey] 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ProjectConfig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(allowedTools / mcpContextUris / trust / worktree session)</a:t>
            </a:r>
            <a:endParaRPr lang="en-US" sz="14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mcpServers / oauth / theme / telemetry cache</a:t>
            </a:r>
            <a:endParaRPr lang="en-US" sz="14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Transcript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(jsonl) 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Message chain + sessionId + agent transcript subtree</a:t>
            </a:r>
            <a:endParaRPr lang="en-US" sz="14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(jsonl) 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display + pastedContents + project + sessionId</a:t>
            </a:r>
            <a:endParaRPr lang="en-US" sz="14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MemoryDir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MEMORY.md + topic memory files + daily logs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源码位置：src/utils/sessionStorage.ts, src/history.ts, src/memdir/*, src/utils/config.ts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对话执行内核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Turn Runtime 的工业级实现 —— 从输入到完成的四层流水线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四层流水线：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对话执行架构全景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1460500"/>
            <a:ext cx="13208000" cy="101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460500"/>
            <a:ext cx="63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输入接入层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968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processUserInput / processTextPrompt —— 把"用户输入"翻译成系统可理解的消息和动作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2476500"/>
            <a:ext cx="0" cy="19050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524000" y="2667000"/>
            <a:ext cx="13208000" cy="101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667000"/>
            <a:ext cx="6858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273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会话编排层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3175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 —— 站在会话级别，组织系统提示、上下文、工具、持久化、结果输出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3683000"/>
            <a:ext cx="0" cy="19050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524000" y="3873500"/>
            <a:ext cx="13208000" cy="101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3873500"/>
            <a:ext cx="711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393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单次 Turn 执行层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78000" y="4381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query.ts —— 站在单次 turn 级别，负责循环执行"模型 -&gt; 工具 -&gt; 再模型"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4889500"/>
            <a:ext cx="0" cy="190500"/>
          </a:xfrm>
          <a:prstGeom prst="straightConnector1">
            <a:avLst/>
          </a:prstGeom>
          <a:noFill/>
          <a:ln w="25400">
            <a:solidFill>
              <a:srgbClr val="3FB950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524000" y="5080000"/>
            <a:ext cx="13208000" cy="101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5080000"/>
            <a:ext cx="6858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8000" y="514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模型与工具运行层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558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services/api/claude.ts + services/tools/* —— 真正和模型 API、工具调用打交道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604000"/>
            <a:ext cx="50800" cy="1524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604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 管"这次会话怎么问"，query.ts 管"这一轮怎么跑"，claude.ts 管"怎么请求模型"，toolExecution.ts 管"怎么执行工具"。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设计哲学：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"编排层 + 执行层"分离 —— 会话级复杂度交给 QueryEngine，单次查询循环交给 query.ts，模型接入复杂度交给 claude.ts，工具执行复杂度交给 toolExecution / toolOrchestration。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源码位置：src/QueryEngine.ts, src/query.ts, src/services/api/claude.ts, src/services/tools/*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为什么需要 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四层分离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初学者最常见的困惑：为什么不直接在 REPL.tsx 里调用模型？为什么不把工具执行写在 claude.ts 里？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5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COMPLEXITY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一次用户提问可能触发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多轮模型调用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78500" y="2603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模型输出可能包含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多个 tool_use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95000" y="2603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工具执行可能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并发或串行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619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工具前后需跑 hooks / 权限 / 日志 / 观测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78500" y="3619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中途可能发生 compact / fallback / resume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0" y="3619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同一套执行链要支持 REPL / SDK / remote / subagent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016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16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如果都写在一个函数里，复杂度会失控。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所以代码把复杂度按层切开 —— 这是典型的"编排层 + 执行层"分离设计，每一层只负责一类复杂度。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35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LAYER RESPONSIBILITIES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794500"/>
          <a:ext cx="14732000" cy="1651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57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层级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57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57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解决的复杂度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57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QueryEngine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会话级编排器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会话生命周期 / 持久化 / 上下文管理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8A6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单次 turn 执行循环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 loop / 压缩恢复 / 错误处理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FB9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claude.ts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模型通信中台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6ED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provider 兼容 / streaming / cache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—— 为什么需要四层分离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：会话级编排器的设计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 不是 query loop，而是"会话级编排器"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保存 mutableMessages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累计 usage / permission denials / 文件读取状态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构造系统提示和上下文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调用 query()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处理 transcript 持久化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把内部消息翻译成 SDK 可消费输出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304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05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立即持久化用户消息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不是"响应完成后再记录"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而是"用户提交成功就先记录"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避免中途崩溃后会话丢失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对于协作式 IDE/remote 场景，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这是比算法更重要的稳定性设计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82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QUERYENGINE CONFIG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270500"/>
            <a:ext cx="14732000" cy="3048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5397500"/>
            <a:ext cx="1422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QueryEngineConfig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cwd: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tools: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commands: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mcpClients: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MCPServerConnection[]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agents: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AgentDefinition[]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CanUseToolFn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getAppState: () =&gt;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AppState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initialMessages?: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customSystemPrompt?: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thinkingConfig?: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ThinkingConfig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maxTurns?: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maxBudgetUsd?: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jsonSchema?: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Record&lt;string, unknown&gt;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QueryEngine 并不"拥有所有资源"，而是依赖外部注入 —— 可被 REPL/SDK/Remote/headless 共用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源码位置：src/QueryEngine.ts, src/query.ts, src/query/config.ts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query.ts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：单个 Turn 的状态机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query.ts 不是模型调用器，而是"单个 turn 的执行循环"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不关心：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怎么显示 / transcript 怎么组织 / 来自 REPL 还是 SDK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只关心：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当前消息如何送给模型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返回后是否要执行工具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工具执行后是否要继续追问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中途如何压缩、恢复、fallback、停止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355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STATE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05000"/>
            <a:ext cx="6604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Message[]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下次调用要看的消息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toolUseContext: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ToolUseContext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autoCompactTracking: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AutoCompactTracking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maxOutputTokensRecoveryCount: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hasAttemptedReactiveCompact: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pendingToolUseSummary: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Promise&lt;...&gt;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stopHookActive: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turnCount: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transition: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Continue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5016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显式状态机设计：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不是在一个大函数里靠局部变量"自然流动"，而是把每个继续分支都变成对 State 的明确重建。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deps 注入：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callModel / microcompact / autocompact / uuid 通过 QueryDeps 注入 —— 轻量依赖反转，测试时可替换底层依赖。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641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QUERY DEPS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858000"/>
            <a:ext cx="14732000" cy="1397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6985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type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QueryDeps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callModel: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CallModelFn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microcompact: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MicrocompactFn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autocompact: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AutocompactFn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uuid: () =&gt;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query.ts 没有把底层能力写死，而是通过 QueryDeps 注入 —— "纯编排器"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源码位置：src/query.ts, src/query/deps.ts, src/query/config.ts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上下文治理：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每轮调用前的"可发送性编译"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最大问题不是"不会执行"，而是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"上下文会爆"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GOVERNANCE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2286000" cy="889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476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getMessagesAfter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CompactBoundary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48000" y="28194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365500" y="2476500"/>
            <a:ext cx="2286000" cy="889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5500" y="2476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applyToolResult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Budget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51500" y="28194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969000" y="2476500"/>
            <a:ext cx="2286000" cy="889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9000" y="2476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snipCompact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IfNeeded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8194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572500" y="2476500"/>
            <a:ext cx="2286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2500" y="2476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microcompact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58500" y="2819400"/>
            <a:ext cx="317500" cy="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176000" y="2476500"/>
            <a:ext cx="2286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76000" y="2476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contextCollapse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462000" y="2819400"/>
            <a:ext cx="317500" cy="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779500" y="2476500"/>
            <a:ext cx="1714500" cy="571500"/>
          </a:xfrm>
          <a:prstGeom prst="roundRect">
            <a:avLst>
              <a:gd name="adj" fmla="val 5000"/>
            </a:avLst>
          </a:prstGeom>
          <a:solidFill>
            <a:srgbClr val="2A201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79500" y="24765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autocompact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374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MECHANISMS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191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microcompact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局部清理而非全局摘要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优先处理旧 tool result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 microcompact 通过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cache editing 降低体积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78500" y="4191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contextCollapse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可折叠上下文的结构化压缩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保留结构化上下文优先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不行再退化成摘要式 compact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95000" y="4191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autocompact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阈值治理 + circuit breaker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MAX_CONSECUTIVE_AUTOCOMPACT_FAILURES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被视为高代价恢复机制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159500"/>
            <a:ext cx="1422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核心设计哲学：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不是"超了再补救"，而是"每轮调用前做一次上下文可发送性编译"——非常像数据库 optimizer / compiler pipeline 的思路。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toolResultStorage.ts：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大 tool result 不直接粗暴截断，而是落盘到 session 专属目录，在消息中替换为 preview + persisted-output reference —— "context externalization" 策略。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源码位置：src/services/compact/autoCompact.ts, src/services/compact/microCompact.ts, src/utils/toolResultStorage.ts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模型接入层：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claude.ts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不是 SDK Wrapper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claude.ts 的核心不是简单调用 SDK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而是将上游 runtime 状态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"编译"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满足多种约束的请求：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Provider 兼容（Anthropic / Bedrock / Vertex / Foundry）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模型能力兼容 / betas / headers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Cache strategy 兼容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Structured outputs / tool search / defer loading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effort / thinking / task_budget 兼容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ALGORITHMS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7780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6000" y="18796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算法一：Streaming Fallback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watchdog -&gt; mid-stream failure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non-streaming fallback -&gt; 统一 AssistantMessage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上层不需要关心底层是流式还是非流式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32385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33401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算法二：Usage 覆盖式更新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updateUsage(): 单次流式请求内部覆盖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accumulateUsage(): 多轮 assistant 间汇总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Anthropic 流式事件中的 usage 是累计值，不是增量值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88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OPTIONS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14732000" cy="2921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5461000"/>
            <a:ext cx="1422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type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getToolPermissionContext: () =&gt;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Promise&lt;ToolPermissionContext&gt;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toolChoice?: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BetaToolChoiceTool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extraToolSchemas?: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BetaToolUnion[]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fallbackModel?: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enablePromptCaching?: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skipCacheWrite?: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effortValue?: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EffortValue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mcpTools: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fastMode?: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taskBudget?: { total: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remaining?: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queryTracking?: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QueryChainTracking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agentId?: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AgentId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高度工业化的 API facade，而不是简单 SDK wrapper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源码位置：src/services/api/claude.ts, src/services/api/client.ts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消息模型：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执行链最核心的数据结构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1206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98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UserMessage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用户输入 + 工具结果 + 中断说明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tool_result 被编码成 UserMessage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8500" y="1397000"/>
            <a:ext cx="4699000" cy="1206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9000" y="1498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AssistantMessage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模型输出，包含 tool_use blocks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 / model / stop_reason / usage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0" y="1397000"/>
            <a:ext cx="4699000" cy="1206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85500" y="1498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AttachmentMessage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 输出 / structured output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额外上下文，side-channel 语义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857500"/>
            <a:ext cx="7112000" cy="889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29591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ProgressMessage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进度（bash progress / hook progress）— 不参与 API 对话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857500"/>
            <a:ext cx="7112000" cy="889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2500" y="29591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SystemMessage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compact boundary / 本地命令 / warning — 系统边界事件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06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DESIGN INSIGHTS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508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508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 tool_result 是 UserMessage？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从模型 API 视角看，工具结果属于下一条"用户消息"中的 tool_result block。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assistant: 我想调用工具 -&gt; user: 这是结果 -&gt; assistant: 继续推理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4508500"/>
            <a:ext cx="50800" cy="1016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4508500"/>
            <a:ext cx="685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normalizeMessagesForAPI()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消息域 -&gt; API 协议消息域的显式映射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附件上浮 / virtual 消息剔除 / 连续 user 消息合并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工业级设计：协议正确性优先于功能继续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MESSAGE FACTORY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286500"/>
            <a:ext cx="14732000" cy="19685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64135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src/utils/messages.ts —— 消息体系的构造工厂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createUserMessage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统一 UUID / timestamp / content 结构 / synthetic 标识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createAssistantMessage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整个执行链不需要到处手写消息对象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normalizeMessages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粗粒度消息 -&gt; 细粒度操作单元（便于 UI 排序 / progress 对齐）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normalizeMessagesForAPI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API 前的最终清洗：协议正确性 &gt; 业务连续性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源码位置：src/utils/messages.ts, src/types/message.ts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编排层与执行层分离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LAYER 1: ORCHESTRATION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796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toolOrchestration.ts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批次切分与并发调度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把多个 tool_use 分批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判断哪些可以并发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组织串行或并发执行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LAYER 2: EXECUTION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7112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18796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toolExecution.ts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单工具执行管线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找到工具定义 / 输入 schema 校验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自定义业务校验 / hooks / 权限审批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调用 tool.call() / 生成 tool_result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68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CORE ALGORITHM: partitionToolCalls()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12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目标：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连续只读工具可以并发执行，有副作用的工具必须串行执行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。判断依据来自每个工具的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isConcurrencySafe(input)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14732000" cy="1524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5143500"/>
            <a:ext cx="1422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输入: [read, grep, web_fetch, edit, read, read]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输出 batches: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read, grep, web_fetch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并发 batch —— 都是只读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串行 batch —— 有副作用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read, read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并发 batch —— 都是只读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6921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921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设计价值：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非常实用的吞吐优化——保持安全，也尽量并发。只合并"连续的并发安全工具"，避免副作用工具前后的读操作被错误重排。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例如 Read, Read, Edit, Read 会分成 [Read, Read] / [Edit] / [Read]，而不是 [Read, Read, Read] / [Edit]。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源码位置：src/services/tools/toolOrchestration.ts, src/services/tools/toolExecution.ts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StreamingToolExecutor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：边流边执行的工业级优化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解决的问题：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降低工具等待导致的整轮 turn 延迟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TRADITIONAL VS STREAMING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048500" cy="1714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5781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 function-calling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等模型完整返回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收集所有工具调用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执行工具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串行等待，工具 idle time 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45500" y="2476500"/>
            <a:ext cx="7048500" cy="1714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99500" y="25781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StreamingToolExecutor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流中出现 tool_use 立即启动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progress 先行回流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结果按接收顺序产出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采样和执行流水线重叠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44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 STATE MACHINE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889500"/>
            <a:ext cx="1651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4889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queued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13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794000" y="4889500"/>
            <a:ext cx="1651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4000" y="4889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executing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45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826000" y="4889500"/>
            <a:ext cx="1651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6000" y="4889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77000" y="5207000"/>
            <a:ext cx="381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858000" y="4889500"/>
            <a:ext cx="1651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889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yielded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905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DIFFERENTIATED FAILURE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350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350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Bash 失败会中止兄弟工具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——因为 Shell 常有依赖链：mkdir -&gt; cd -&gt; build -&gt; deploy，前一步失败，后一步继续执行没有意义。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但 FileRead / WebFetch / MCP 查询往往相对独立，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 abort 兄弟工具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并发策略是按工具语义定制的，不是一刀切。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源码位置：src/services/tools/StreamingToolExecutor.ts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单工具执行：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关键步骤与权限设计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 EXECUTION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findToolByName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13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667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67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schema.safeParse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8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validateInput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3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477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7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PreToolUse hooks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F85149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2E1A1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33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3FB950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287000" y="1841500"/>
            <a:ext cx="1270000" cy="5715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0" y="1841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tool.call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557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1811000" y="1841500"/>
            <a:ext cx="1651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11000" y="1841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PostToolUse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462000" y="2120900"/>
            <a:ext cx="2540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3716000" y="1841500"/>
            <a:ext cx="1778000" cy="571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0" y="184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tool_result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279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PERMISSION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3238500"/>
            <a:ext cx="50800" cy="1778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3238500"/>
            <a:ext cx="1422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权限拒绝不是抛异常结束，而是作为对话内容返回给模型。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 tool_result 错误消息 -&gt; 回送给模型 -&gt; 模型有机会：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换一种做法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向用户解释为什么需要权限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继续处理其他任务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 Agent 架构相比普通函数调用的根本不同。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HOOKS AS ASPECTS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5778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toolHooks.ts 不是简单 callback，而是生命周期切面：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PreToolUse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可以添加消息 / 修改输入 / 给出权限建议 / 阻止继续执行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PostToolUse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可以产出 attachment message / 更新 MCP 输出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PostToolUseFailure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可以产出 blocking error / 阻止 continuation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相当于在工具执行流水线中嵌入了可编排 policy plane。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2000" y="762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validation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解决"类型和结构"问题，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validateInput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解决"业务语义"问题——两层分离对 prompt 调优 / 模型行为分析 / telemetry 分类都非常重要。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源码位置：src/services/tools/toolExecution.ts, src/services/tools/toolHooks.ts, src/types/permissions.ts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错误恢复：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把错误设计成 Runtime 的正常分支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prompt_too_long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228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90500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恢复链（按优先级）：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contextCollapse.recoverFromOverflow()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reactiveCompact.tryReactiveCompact()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最终暴露错误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先保留结构化上下文，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不行再退化成摘要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78500" y="13970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max_output_tokens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778000"/>
            <a:ext cx="4699000" cy="2476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9000" y="1905000"/>
            <a:ext cx="4318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恢复策略：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提高 maxOutputTokensOverride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插入 continuation meta message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限定最大恢复次数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纳入显式状态机：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maxOutputTokensRecoveryCount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避免"无限续写"死循环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95000" y="13970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streaming fallback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778000"/>
            <a:ext cx="4699000" cy="2476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85500" y="1905000"/>
            <a:ext cx="4318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回退链：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streaming watchdog 超时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mid-stream failure 检测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non-streaming fallback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仍然产出统一 AssistantMessage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 query 层而言，streaming/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non-streaming 是同构的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44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INTERRUPT HANDLING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495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用户中断时，query 层不会简单 return，而是：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消费 StreamingToolExecutor 剩余结果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必要时合成缺失 tool_result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追加中断消息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核心目标：即使被打断，消息链也保持协议合法。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这是成熟 Agent Runtime 的典型特征。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540500"/>
            <a:ext cx="50800" cy="1524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540500"/>
            <a:ext cx="14224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五大显著特征总结：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会话态与 turn 态分离 —— QueryEngine 管会话生命周期，query.ts 管单个 turn 的状态机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消息链是一等公民 —— 所有能力最终都映射成消息变换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错误被设计成 runtime 的正常分支，而不是异常路径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协议正确性优先于功能继续 —— ensureToolResultPairing / normalizeMessagesForAPI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对外接口稳定，对内执行多阶段 —— submitMessage() 背后是完整的多阶段流水线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—— 错误恢复机制总结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命令与工具架构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人机双入口的能力体系 —— Command 解决"用户想触发什么"，Tool 解决"模型需要调用什么"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命令与工具：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两层能力编排的本质区别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12000" cy="228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58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COMMAND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面向"人"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终端里的显式入口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/plan, /mcp, /review, /memory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解决"用户想主动触发什么"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由 commands.ts 聚合，是"用户可见的入口"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460500"/>
            <a:ext cx="7112000" cy="228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0" y="158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19685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面向"模型"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Agent 可调用的执行单元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Read, Edit, Bash, WebSearch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解决"模型在完成任务时需要调用什么"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由 tools.ts 聚合，是"模型可见的能力集合"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12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FIVE LAYERS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14732000" cy="57150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5720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入口定义层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types/command.ts, Tool.ts —— "一个命令/工具最少应该长什么样"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70500"/>
            <a:ext cx="14732000" cy="5715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2705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能力聚合层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commands.ts, tools.ts —— "当前会话可见的命令和工具有哪些"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969000"/>
            <a:ext cx="14732000" cy="571500"/>
          </a:xfrm>
          <a:prstGeom prst="roundRect">
            <a:avLst>
              <a:gd name="adj" fmla="val 5000"/>
            </a:avLst>
          </a:prstGeom>
          <a:solidFill>
            <a:srgbClr val="2A20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59690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能力扩展层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MCP, skills, plugins —— "能力从哪里来"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667500"/>
            <a:ext cx="14732000" cy="5715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66675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执行编排层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QueryEngine.ts, query.ts —— "怎样进入对话回路"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366000"/>
            <a:ext cx="14732000" cy="5715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" y="73660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执行落地层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toolOrchestration.ts, toolExecution.ts, tools/* —— "具体怎么跑"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源码位置：src/commands.ts, src/tools.ts, src/Tool.ts, src/types/command.ts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类型设计：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为什么分三类？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304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命令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032000"/>
            <a:ext cx="431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不是立即执行本地逻辑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而是生成 prompt/message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交给模型继续处理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常见于 Skills、MCP prompts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getPromptForCommand(args, context)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78500" y="1460500"/>
            <a:ext cx="4699000" cy="304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命令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032000"/>
            <a:ext cx="431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本地执行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返回文本 / compact 结果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或跳过消息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适合纯本地逻辑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call(args, context)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95000" y="1460500"/>
            <a:ext cx="4699000" cy="304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local-jsx 命令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5500" y="2032000"/>
            <a:ext cx="431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本地执行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渲染 Ink/React UI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适合交互式界面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如 /plan 切换到 plan mode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call(onDone, context, args)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889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889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设计价值：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共享通用元数据（name / description / aliases / availability），又允许不同命令类型有完全不同的执行方式。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比"所有命令都实现一个统一 run()"更合理，因为三类命令的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本质差异非常大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28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COMMAND STRUCTURE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731000"/>
            <a:ext cx="14732000" cy="1524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6858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CommandBase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&amp; (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PromptCommand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LocalCommand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LocalJSXCommand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CommandBase: name, description, aliases, availability, source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commands.ts 不是"实现命令逻辑"，而是把所有命令源头统一收敛 —— 命令目录服务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源码位置：src/types/command.ts, src/commands.ts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协议：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不是函数，而是完整协议对象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MODEL-SIDE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description() —— 工具功能描述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prompt() —— 使用提示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inputSchema —— 输入参数结构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mapToolResultToToolResultBlockParam()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 结果转成模型能理解的格式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决定模型如何理解和消费这个工具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UI-SIDE 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84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renderToolUseMessage() —— 调用时 UI 展示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renderToolResultMessage() —— 结果 UI 展示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renderToolUseProgressMessage() —— 进度展示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renderToolUseErrorMessage() —— 错误展示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决定用户在终端里如何看到这个工具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699000"/>
            <a:ext cx="50800" cy="762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69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工具对象本质上是"双面适配器"：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对上适配模型协议，对下适配终端交互体验。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77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EXECUTION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223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isConcurrencySafe(input)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是否可并发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isReadOnly()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是否只读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isDestructive()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是否具有破坏性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checkPermissions()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权限检查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validateInput()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业务语义校验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buildTool() 默认值（fail-closed 设计）：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isEnabled() -&gt; true | isConcurrencySafe() -&gt;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isReadOnly() -&gt;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isDestructive() -&gt; false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源码位置：src/Tool.ts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ToolUseContext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：为什么这么大？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986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A. 能力与配置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commands / tools / mcpClients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agentDefinitions / mainLoopModel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thinkingConfig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8500" y="13970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9000" y="14986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B. 状态访问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getAppState() / setAppState()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setAppStateForTasks()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0" y="13970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85500" y="14986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C. 生命周期控制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abortController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setInProgressToolUseIDs()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setHasInterruptibleToolInProgress()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2385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33401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D. 上下文与消息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messages / readFileState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nestedMemoryAttachmentTriggers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loadedNestedMemoryPaths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2385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9000" y="33401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E. UI 交互桥接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setToolJSX / addNotification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appendSystemMessage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sendOSNotification / requestPrompt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3238500"/>
            <a:ext cx="4699000" cy="152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85500" y="33401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F. Agent / Tracing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agentId / agentType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toolUseId / queryTracking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renderedSystemPrompt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207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207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核心意义：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工具执行可以访问完整 conversation runtime，而不仅是一次纯函数调用输入。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这是工业级 Agent Runtime 和简单 function-calling client 的根本差异。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660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TOOLRESULT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048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工具业务结果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newMessages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允许工具直接往消息流插入额外消息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contextModifier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允许工具修改后续 ToolUseContext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mcpMeta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MCP 协议元数据透传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工具不只是"产生结果"，也可能"改变后续回合的运行上下文"。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源码位置：src/Tool.ts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工具集合装配：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从"唯一真源"到 prompt cache 稳定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STEP 1: SOURCE OF TRUTH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getAllBaseTools()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是"所有内置工具的唯一真源"，系统提示缓存依赖它保持稳定顺序。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STEP 2: MULTI-ROUND FILTERING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317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getTools(permissionContext)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不是简单返回全部工具，而是做多轮过滤：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simple mode 处理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去掉特殊工具（MCP resource tools / synthetic output）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deny rules 过滤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REPL mode 隐藏 primitive tools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每个工具 isEnabled()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635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STEP 3: ASSEMBLE TOOL POOL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165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5143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assembleToolPool()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合并内置工具和 MCP 工具：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 工具也按 deny rule 过滤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内置工具和 MCP 工具分别排序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按工具名去重，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内置工具优先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731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排序不是为了好看，而是为了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cache stability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tools 要保持一个连续前缀，避免 MCP tool 插进 built-in tool 中间导致系统提示缓存失效。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某些工具不仅"不能执行"，而且连提示词里都不应该让模型看到 —— deny rule 在"工具暴露阶段"就提前生效。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源码位置：src/tools.ts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代表性工具深度：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BashTool 与 FileReadTool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BashTool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355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9050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并发安全性来自"命令语义"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ls / cat / grep 通常只读 -&gt; 可并发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commit / mv / rm 不可并发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结果外置策略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输出太大 -&gt; 落盘到磁盘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tool_result 里放摘要 + 路径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任务语义内建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支持后台运行 / 任务 ID / 完成通知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FileReadTool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7112000" cy="355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19050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Read-before-Edit 防陈旧写保护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编辑前要求文件已被 Read 过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检查文件最后修改时间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被外部修改过 -&gt; 必须重新读取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结果去重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已读文件放入 readFileState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重复读取 -&gt; 返回 file_unchanged stub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而不是重复全文塞回上下文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7785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778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BashTool 的设计洞察：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Shell 工具在这个系统里已经不只是"执行命令"，而是带任务管理能力——后台运行、任务 ID、输出路径、完成通知。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FileReadTool 的设计洞察：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解决的是 Agent 系统里非常常见的并发一致性问题——模型根据旧上下文编辑文件，结果把用户刚改过的内容覆盖掉。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源码位置：src/tools/BashTool/*, src/tools/FileReadTool/*, src/tools/FileEditTool/*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与扩展生态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开放协议驱动的能力增长 —— MCP 同时扮演外部工具源/资源源/prompt源/企业连接器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配置层+连接层+暴露层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279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配置层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03200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services/mcp/config.ts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汇总全局配置 / 项目配置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插件注入配置 / 企业托管配置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claude.ai connector 配置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dedup / 启停控制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作用域标记 / URL-command 签名归一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78500" y="1460500"/>
            <a:ext cx="4699000" cy="279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连接层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03200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services/mcp/client.ts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stdio / SSE / streamable HTTP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/ SDK control transport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连接 / tool-resource-prompt 列举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call / 认证缓存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结果截断与持久化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95000" y="1460500"/>
            <a:ext cx="4699000" cy="279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暴露层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5500" y="203200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MCPTool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ListMcpResourcesTool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ReadMcpResourceTool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能力三分法：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tool(执行型) / prompt(生成型)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resource(读取型)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699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699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在项目中同时扮演：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外部工具源 / 外部资源源 / 外部 prompt/skill 源 / 企业连接器体系。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三种能力的交互模式完全不同，不能被粗暴地统一成一种对象 —— 这是 MCP 能力三分法的核心设计洞察。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09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MCP ROLES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540500"/>
            <a:ext cx="14732000" cy="18415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66675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MCP 在 Claude Code 中的四重角色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ExternalToolSource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MCP tools -&gt; 通过 MCPTool 适配进本地工具系统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ExternalResourceSource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MCP resources -&gt; 通过 List/Read McpResourceTool 暴露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ExternalPromptSource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MCP prompts -&gt; 适配成 Command (prompt 类型)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EnterpriseConnector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企业托管配置 / managed-mcp.json / claude.ai connectors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源码位置：src/services/mcp/config.ts, src/services/mcp/client.ts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连接状态机：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不是临时网络调用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CONNECTION STATES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Connected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8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3655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2E1A1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55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Failed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1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969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2A201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9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NeedsAuth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5725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Pending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58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30363D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Disabled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292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NAMING NORMALIZATION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302000"/>
            <a:ext cx="14732000" cy="1397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3429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名称规范化：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mcp__server__tool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格式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避免与内置工具重名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让权限规则能精确命中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不同 server 下的同名工具可共存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工具对象保存 mcpInfo: { serverName, toolName }，保证显示名、权限名、协议名三者可分开处理。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143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143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在系统里不是"临时网络调用"，而是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长期驻留的连接型能力源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——既有配置作用域（ScopedMcpServerConfig 带 scope 和 pluginSource 标记），也有连接状态机。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 MCP 与简单 HTTP API 调用的本质区别。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660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TYPE DEFINITION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000" y="7175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MCPServerConnection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ConnectedMCPServer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FailedMCPServer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NeedsAuthMCPServer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PendingMCPServer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DisabledMCPServer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连接状态机 + 配置作用域 = 长期驻留的连接型能力源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源码位置：src/services/mcp/types.ts, src/services/mcp/mcpStringUtils.ts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 驱动的轻量能力层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是 markdown 驱动的轻量能力层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frontmatter 解析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参数替换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hooks / allowed-tools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 / effort / user-invocable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加载来源：用户目录 / 项目目录 / managed 目录 / 插件目录 / bundled 目录 / MCP 目录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DUAL EXECUTION MODES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778000"/>
            <a:ext cx="3429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1879600"/>
            <a:ext cx="304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展开成当前会话新消息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在当前对话上下文中运行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成本低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065000" y="1778000"/>
            <a:ext cx="3429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5500" y="1879600"/>
            <a:ext cx="304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放到子 agent 独立执行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避免污染主线程上下文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隔离性好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762500"/>
            <a:ext cx="50800" cy="762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76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核心设计：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不是固定实现，而是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"可切换执行边界"的抽象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——简单 skill 直接 inline 成本低，复杂 skill 独立 fork 避免污染主线程上下文。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905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SKILL TOOL BRIDGE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350000"/>
            <a:ext cx="14732000" cy="2159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64770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SkillTool 是命令与工具架构之间最关键的桥梁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对用户来说，Skill 是 /xxx 命令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对模型来说，Skill 是 SkillTool(skill, args)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SkillTool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implements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(args) {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.mode ===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'inline'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?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expandInline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: 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forkAgent</a:t>
            </a:r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 }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源码位置：src/skills/loadSkillsDir.ts, src/tools/SkillTool/SkillTool.ts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扩展物料装配系统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插件加载支持：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marketplace 插件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 inline 插件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manifest / hook / command / agent 加载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版本化缓存 / seed cache / zip cache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策略校验 / 来源校验 / 错误收集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插件不仅能扩展命令，也能扩展 hooks / agents / MCP servers。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3556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CORE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050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模块不是"直接执行的插件容器"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"扩展物料装配系统"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所有扩展最终都要被适配成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统一的 Command 或 Tool 结构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插件偏"可安装扩展包"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偏"可声明的任务模板/工作流提示"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CACHE HIERARCHY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842000"/>
            <a:ext cx="14732000" cy="1143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596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~/.claude/plugins/cache/&lt;marketplace&gt;/&lt;plugin&gt;/&lt;version&gt;/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主缓存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~/.claude/plugins/seed-cache/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seed 缓存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~/.claude/plugins/zip-cache/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zip 缓存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~/.claude/plugins/legacy-cache/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兼容缓存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源码位置：src/utils/plugins/pluginLoader.ts, src/utils/plugins/loadPluginCommands.ts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权限与安全治理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策略+协议+执行隔离的联动体系 —— 权限不是"执行前弹窗"，而是核心状态机的一部分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权限架构全景：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四层分层判定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60500"/>
            <a:ext cx="50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14605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工具集合过滤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tools.ts 中 deny rule 直接把工具从可见列表中剔除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某些工具不仅"不能执行"，而且连提示词里都不应该让模型看到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0" y="2476500"/>
            <a:ext cx="0" cy="15240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62000" y="26289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A2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628900"/>
            <a:ext cx="50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6289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工具输入校验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每个工具的 validateInput() 做无副作用检查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FileReadTool 检查路径 / 页码 / 二进制文件；FileEditTool 检查 old/new string 是否合理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644900"/>
            <a:ext cx="0" cy="152400"/>
          </a:xfrm>
          <a:prstGeom prst="straightConnector1">
            <a:avLst/>
          </a:prstGeom>
          <a:noFill/>
          <a:ln w="25400">
            <a:solidFill>
              <a:srgbClr val="3FB950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" y="37973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2A20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3797300"/>
            <a:ext cx="50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37973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工具特定权限检查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每个工具的 checkPermissions() 执行工具级审批逻辑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FileReadTool 调 checkReadPermissionForTool / BashTool 调 bashToolHasPermission / MCP tool 默认 passthrough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4813300"/>
            <a:ext cx="0" cy="15240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49657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2E1A1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4965700"/>
            <a:ext cx="50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49657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 canUseTool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QueryEngine.submitMessage() 中外部注入的 canUseTool 被包装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用于记录权限拒绝信息，再贯穿到执行链中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477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权限架构不是一刀切，而是"工具特定策略 + 全局审批机制"的组合。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/ direct-connect / bridge 模式下，权限审批还能通过 control request/response 跨端协同——权限模式作为核心状态机的一部分。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源码位置：src/utils/permissions/*, src/types/permissions.ts, src/tools.ts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PermissionResult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：强类型决策对象的设计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PermissionResult 不是简单 allow/deny 布尔值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可解释 / 可追踪 / 可被下游消费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决策对象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让系统在 runtime / telemetry /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/ hooks 之间保持一致语义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2730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DECISION REASON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05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rule —— 权限规则命中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 —— 权限模式决定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hook —— hook 拦截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classifier —— 分类器判定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sandboxOverride —— 沙箱覆盖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safetyCheck / workingDir / asyncAgent / other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31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TYPE DEFINITION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762500"/>
            <a:ext cx="14732000" cy="1778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48895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PermissionResult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&lt;Input&gt; =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PermissionDecision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&lt;Input&gt; |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behavior: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'passthrough'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message: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decisionReason?: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PermissionDecisionReason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suggestions?: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PermissionUpdate[]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blockedPath?: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pendingClassifierCheck?: 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PendingClassifierCheck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6985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698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架构的关键设计：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权限拒绝不是抛异常，而是生成 tool_result 错误消息返回模型。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保持执行链闭环，允许模型在被拒绝后进行策略调整——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 Agent 系统和传统 RPC 系统的根本区别之一。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源码位置：src/types/permissions.ts, src/services/tools/toolExecution.ts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沙箱与安全架构：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 级执行约束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PERMISSION SAFETY CHAIN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ToolPermission 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8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3655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55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REPL.tsx 权限请求 UI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1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3FB950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969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2A201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9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onChangeAppState 模式同步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1590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5725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utils/permissions 规则/模式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58500" y="2159000"/>
            <a:ext cx="317500" cy="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18415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2E1A1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0" y="1841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utils/sandbox 沙箱适配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292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REMOTE PERMISSION SYNC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302000"/>
            <a:ext cx="14732000" cy="1397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3429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/ direct-connect / bridge 模式下，权限审批通过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request / response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跨端协同。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CLI 处理审批 -&gt; 回传远端 -&gt; 远端会话继续执行。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权限审批可以跨端协同 —— 这是分布式 Agent 系统的关键安全设计。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SANDBOX ADAPTER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461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sandbox-adapter 提供 OS 级执行约束：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命令白名单 / 黑名单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文件系统访问范围限制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网络访问控制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环境变量隔离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执行超时控制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资源使用限制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核心设计：不是"执行前弹窗"这么简单，而是把权限模式作为核心状态机的一部分。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源码位置：src/utils/sandbox/*, src/components/permissions/*, src/utils/permissions/*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远程与分布式协同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三种模式共享同一套消息协议 —— 远程协同是第一等架构能力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三类远程模式的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393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60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Session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4699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RemoteSessionManager.ts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 CCR 远程会话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WebSocket 接收 SDKMessage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HTTP 发送用户消息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本地处理审批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回传远端继续执行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适用：远程容器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端会话接管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跨设备接续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78500" y="1460500"/>
            <a:ext cx="4699000" cy="431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032000"/>
            <a:ext cx="4318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bridgeMain.ts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面向常驻桥接环境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注册 environment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拉取 work item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启动管理多个子会话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heartbeat / timeout / reconnect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capacity control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适用：多任务后台代理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远程执行节点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企业环境编排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95000" y="1460500"/>
            <a:ext cx="4699000" cy="393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Connect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5500" y="2032000"/>
            <a:ext cx="4318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createDirectConnectSession.ts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面向自建 server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HTTP 创建 session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WS 走 SDK 格式消息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适用：私有化宿主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自建代理网关 /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受控执行沙箱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84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三类模式共享同一套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SDKMessage / control_request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交互模型。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远程协同是第一等架构能力 —— 不是后来 patch 上去的，而是从消息协议层就统一设计的。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源码位置：src/remote/RemoteSessionManager.ts, src/bridge/bridgeMain.ts, src/server/*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RemoteSessionManager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：远程消息通道的显式建模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CONFIG INTERFACE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2159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905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RemoteSessionConfig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sessionId: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getAccessToken: ()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Promise&lt;string&gt;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orgUuid: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hasInitialPrompt: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viewerOnly: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CALLBACK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7112000" cy="2159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1905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RemoteSessionCallbacks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onMessage: (msg: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SDKMessage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onPermissionRequest: (req: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PermissionReq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onConnected: ()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onDisconnected: ()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onError: (err: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=&gt; 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2545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254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模块不是直接把远程逻辑塞进 REPL，而是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显式建模为"远程消息通道 + 控制请求通道 + 权限响应通道"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CLI 主要承担 UI 和审批职责，远程会话运行在服务端环境，消息与权限请求通过 WebSocket + HTTP 在本地与远程之间流转。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96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MESSAGE 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4135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CLI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&lt;-- WebSocket --&gt;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SDKMessage / control_request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&lt;-- HTTP --&gt;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远程会话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本地处理审批 -&gt; 回传远端 -&gt; 远端会话继续执行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viewerOnly 模式：只读观察远程会话，不发送用户消息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源码位置：src/remote/RemoteSessionManager.ts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架构：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常驻桥接环境的设计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bridgeMain.ts 面向常驻桥接环境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核心能力：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注册 environment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拉取 work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启动/管理多个 claude 子会话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heartbeat / timeout / reconnect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capacity control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 multi-session / worktree 隔离 /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refresh / 长生命周期运行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397000"/>
            <a:ext cx="7112000" cy="4064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000" y="152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ARCHITECTURE POSITION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05000"/>
            <a:ext cx="660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不是简单代理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"环境注册 + 工作分发 +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会话生命周期管理 + 容量控制"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的完整编排器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适用场景：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多任务后台代理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远程执行节点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企业环境编排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BRIDGE LIFECYCLE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8420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584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registerEnv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8000" y="61595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365500" y="58420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5500" y="584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58A6FF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pollWork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51500" y="6159500"/>
            <a:ext cx="317500" cy="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969000" y="58420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9000" y="584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3FB950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spawnSession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6159500"/>
            <a:ext cx="317500" cy="0"/>
          </a:xfrm>
          <a:prstGeom prst="straightConnector1">
            <a:avLst/>
          </a:prstGeom>
          <a:noFill/>
          <a:ln w="25400">
            <a:solidFill>
              <a:srgbClr val="3FB950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572500" y="58420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2500" y="584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heartbeat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58500" y="6159500"/>
            <a:ext cx="317500" cy="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176000" y="5842000"/>
            <a:ext cx="2286000" cy="635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0" y="584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timeout/reconnect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源码位置：src/bridge/bridgeMain.ts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远程协同与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本地主路径的关系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/ Bridge / Swarm -&gt; 不重写 QueryEngine / Tool / Permission 协议 -&gt; 只改变 transport / 审批后端 / 消息源和执行位置。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这是架构非常强的地方：分布式协同没有破坏本地执行内核的同构性。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04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TASK &amp; SWARM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92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任务系统和 swarm / in-process agent 模块共同提供：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背景任务抽象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后台任务不应绑定本地终端生命周期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子 agent 生命周期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fork / join / 状态同步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leader/worker 权限同步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多 agent 间的权限状态一致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foreground / background transcript 切换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主线程与子 agent 的上下文切换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把"并发 agent"纳入和主线程同构的执行体系，而不是单独再造一套 runtime。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6159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6731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远程协同的设计约束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Remote/Bridge/Swarm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不改变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QueryEngine / Tool / Permission 协议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Remote/Bridge/Swarm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只改变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transport / 审批后端 / 消息源 / 执行位置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分布式协同没有破坏本地执行内核的同构性 —— 这是架构非常强的地方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源码位置：src/tasks/*, src/utils/swarm/*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观测与实验架构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运行时控制面与数据面的统一 —— 观测系统直接参与 runtime decision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观测架构全景：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控制面+数据面+剖析面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3238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032000"/>
            <a:ext cx="431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 / Privacy / Trust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/ Dynamic Config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决定哪些观测链路允许开启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哪些特性激活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采样率 / 刷新频率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观测系统直接参与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decision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78500" y="1460500"/>
            <a:ext cx="4699000" cy="3238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90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032000"/>
            <a:ext cx="431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/ 1P Event Logger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datadog / sink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收集事件 / 富化上下文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路由到不同 sink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序列化 / 批量发送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失败重试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内部分析链路与客户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遥测链路强制分离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95000" y="1460500"/>
            <a:ext cx="4699000" cy="34925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1587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剖析面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5500" y="2032000"/>
            <a:ext cx="431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startupProfiler.ts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queryProfiler.ts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sessionTracing.ts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perfettoTracing.ts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启动期性能分析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单次 query 路径分析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交互级 span tracing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1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 是 agent runtime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结构镜像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80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核心特征：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观测系统直接参与 runtime decision —— 不是外围工具，而是 runtime decision 的一部分。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例如：是否启用功能 / 是否使用某种 prompt cache / header / session memory / remote 功能开关 —— 都由 GrowthBook 控制。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28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5149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内部分析链路与客户遥测链路被强制分离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内部事件不可泄漏到用户自定义后端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客户 telemetry 配置不应影响内部产品分析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internal event schema 与 OTLP 标准链路不同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这体现了工业级系统对数据隐私和系统稳定性的双重考量。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源码位置：src/services/analytics/*, src/utils/telemetry/*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：实验系统与动态配置中心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解决四类问题：feature gate / dynamic config / experiment exposure / long-running session freshness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THREE READ INTERFACES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25781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CACHED_MAY_BE_STALE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启动速度优先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允许返回缓存值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适合非关键 feature gate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2476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9000" y="25781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checkSecurityRestrictionGate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change 后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不能返回过时结果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严格一致性要求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2476500"/>
            <a:ext cx="4699000" cy="1651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500" y="25781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CACHED_OR_BLOCKING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stale true 可接受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stale false 不可接受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中间一致性模型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50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KEY ENGINEERING DETAILS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953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remoteEvalFeatureValues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主动接管第三方 SDK 的"最终真值层"——不依赖 SDK 内部缓存逻辑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pendingExposures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与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loggedExposures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同时存在 —— 不丢初始化前曝光 + 不刷爆运行中曝光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onGrowthBookRefresh / reinitialize —— 动态配置是运行时热控制，不是静态配置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auth-change correctness —— 用户切换账号后，feature gate 必须重新评估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源码位置：src/services/analytics/growthbook.ts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1P Event Logging：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独立日志平面的工程密度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为什么独立于客户 OTLP logger：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内部事件不可泄漏 / 客户配置不应影响内部分析 / schema 不同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ENGINEERING DETAILS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构造参数即传输层 contract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可测试 / 可注入 / 可替换调度器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不依赖全局单例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247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append-only 失败缓冲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级隔离 + process-run 级隔离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首次失败短路剩余 batch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74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quadratic backoff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 = base * attempts^2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成功后立即回捞积压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3746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热重建 swap 语义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带 rollback 的热替换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fallback 策略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3975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397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设计洞察：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FirstPartyEventLoggingExporter 的构造参数就是传输层 contract——这意味着整个 exporter 是可测试、可注入、可替换调度器的。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不依赖全局单例，不依赖隐式状态——这是工业级日志系统的关键工程特征。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6794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BUFFER STRATEGY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239000"/>
            <a:ext cx="14732000" cy="101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73406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失败事件缓冲策略 —— session 级隔离 + process-run 级隔离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failedEvents: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2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JSONL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append-only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首次失败短路剩余 batch，成功后回捞积压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源码位置：src/services/analytics/firstPartyEventLogger.ts, src/services/analytics/firstPartyEventLoggingExporter.ts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八大设计原则：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工业级观测系统的工程经验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启动路径绝不为了观测阻塞主功能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queued events / 动态 import / CACHED_MAY_BE_STALE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隐私边界先于观测完整性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_PROTO_* 字段剥离 / MCP tool name 默认脱敏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内部分析与客户遥测必须物理分离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独立 LoggerProvider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064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动态配置是运行时热控制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onGrowthBookRefresh / reinitialize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0" y="139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可靠性问题优先靠本地缓冲解决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事件队列 / failed event JSONL / backoff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2286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类型系统承担一部分数据治理职责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强类型 event schema / discriminated unions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3175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 不是辅助功能，而是 agent runtime 结构镜像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每个 span 对应一个架构决策点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4064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观测参数本身也是实验对象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采样率 / feature flag 可以被 A/B 测试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334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核心洞察：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的观测系统不是"事后打日志"，而是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从架构层面内建的可观测性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控制面决定数据面是否开启，数据面反哺控制面的决策质量——形成一个完整的反馈闭环。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这是"观测驱动开发"（Observability-Driven Development）在工业级 Agent 系统中的最佳实践。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观测与实验架构 —— 八大设计原则总结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0" dirty="0">
                <a:solidFill>
                  <a:srgbClr val="D4A574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99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端云协同演进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2000" y="571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从本地 Agent OS 到协同 Agent 平台 —— 未来演进的关键词不是"迁移"，而是"分层"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524000" cy="1524000"/>
          </a:xfrm>
          <a:prstGeom prst="diamond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端云协同的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三层目标拓扑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4605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Runtime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6000" y="1460500"/>
            <a:ext cx="1168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UI / 本地审批 / 本地沙箱 / 本地工具代理 / 本地短期状态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用户体验入口必须本地实时反馈 / 最终风险闸门留本地 / 强本地依赖工具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2730500"/>
            <a:ext cx="0" cy="190500"/>
          </a:xfrm>
          <a:prstGeom prst="straightConnector1">
            <a:avLst/>
          </a:prstGeom>
          <a:noFill/>
          <a:ln w="25400">
            <a:solidFill>
              <a:srgbClr val="D4A574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62000" y="2921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921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Plane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6000" y="2921000"/>
            <a:ext cx="1168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会话管理 / 任务调度 / 远程执行编排 / 插件分发 / 策略控制 / 观测分析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统一策略 / 会话编排 / 运营分析 / 插件分发 / feature flag 全局视角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4191000"/>
            <a:ext cx="0" cy="190500"/>
          </a:xfrm>
          <a:prstGeom prst="straightConnector1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" y="4381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43815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Plane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6000" y="4381500"/>
            <a:ext cx="1168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 Query Runtime / 云端 Tool Runtime / 云工作区 / 云内存与索引 / 批处理任务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并发/吞吐/批处理需求适合云端 / 计算靠近数据 / 跨设备连续状态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622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为什么要三层而不是两层？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控制面和执行面的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扩缩容模型 / 故障模型 / 数据一致性要求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都不同。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控制面需要强一致性（session registry / auth），执行面需要高吞吐（query runtime / batch tasks）。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端云协同演进 —— 三层目标拓扑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模块放置判据：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六个维度决策框架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621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本地性判据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强依赖本地 FS / shell / IDE / 桌面 / 用户实时审批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留在本地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8500" y="14605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9000" y="15621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多租户平台化判据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统一策略 / 会话编排 / 运营分析 / 插件分发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迁到云端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0" y="14605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85500" y="15621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数据重力判据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计算靠近数据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索引 / 组织记忆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迁到云端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3657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安全边界判据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最终风险闸门留本地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权限审批 / 沙箱执行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留在本地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5560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9000" y="3657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弹性与成本判据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并发 / 吞吐 / 批处理需求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适合云端弹性扩缩容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迁到云端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3556000"/>
            <a:ext cx="4699000" cy="1778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85500" y="3657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一致性判据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跨设备连续状态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registry / transcript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 迁到云端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842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84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未来不应该把 Claude Code 从"本地 Agent OS"改造成"纯云 Agent"。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演进的关键词不是"迁移"，而是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"分层"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——根据六个维度判据，每个模块找到最适合它运行的位置。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端云协同演进 —— 模块放置判据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应优先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留在本地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62100"/>
            <a:ext cx="673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交互壳与终端 UI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用户体验入口必须本地实时反馈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Ink 的终端渲染无法云端化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460500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1562100"/>
            <a:ext cx="673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本地权限审批 UI 与最终风险闸门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真正风险动作发生在本机资源上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用户必须本地显式授权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3276600"/>
            <a:ext cx="673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本地沙箱与资源访问控制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沙箱本质是 OS 执行边界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无法跨网络实现同等约束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3276600"/>
            <a:ext cx="673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强本地依赖工具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文件读写 / Bash / git / IDE / 桌面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价值来自"就地作用于本地开发环境"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8895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2A201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4991100"/>
            <a:ext cx="143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设备态与临时态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输入缓冲 / 当前选中消息 / 终端焦点 / 本地缓存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这些状态与特定设备绑定，云端化没有意义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477000"/>
            <a:ext cx="50800" cy="101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477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这些模块的价值来自"就地作用于本地开发环境"——如果把它们搬到云端，就失去了作为"本地 Agent OS"的核心竞争力。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未来不应该把 Claude Code 从"本地 Agent OS"改造成"纯云 Agent"。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端云协同演进 —— 应优先留在本地的模块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应优先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迁到云端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5621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会话控制面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registry / lifecycle / transcript authoritative store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reconnect token / lease / multi-device attach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4605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15621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任务调度与多 agent 编排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 agent 并行 / 后台任务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不应绑定本地终端生命周期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31496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长时记忆 / 知识索引 / 共享检索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组织记忆天然跨设备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索引适合云端计算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0480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31496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插件市场 / 扩展分发 / 集中治理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发现 / 版本 / 签名 / 策略控制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天然是平台能力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6355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4737100"/>
            <a:ext cx="143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观测分析与实验控制面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feature flag / 采样率 / 实验分桶需要全局视角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 等动态配置系统天然适合云端部署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22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共同特征：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这些模块要么需要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全局视角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（feature flag / 实验分桶），要么需要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跨设备一致性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（session / memory），要么是天然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平台能力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（插件市场 / 扩展分发）。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云端化这些模块不会削弱"本地 Agent OS"的定位，反而能增强跨设备协作能力。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端云协同演进 —— 应优先迁到云端的模块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边缘工具调用优化：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 RPC 到 Capability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问题本质：不是"网络慢"，而是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"调用粒度错了"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——云侧 agent 沿用本地 runtime 的细粒度工具习惯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FOUR-LAYER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7112000" cy="1143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25781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1: 工具粒度优化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batch_read 替代多次 read_file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批量操作减少往返次数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476500"/>
            <a:ext cx="7112000" cy="1143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25781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2: 端侧缓存与快照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workspace snapshot / file hash map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减少重复读取相同内容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7112000" cy="1143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39116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3: 端侧局部自治执行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bundle / bounded autonomy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端侧短时自治，减少云端干预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3810000"/>
            <a:ext cx="7112000" cy="1143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2500" y="39116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4: 云侧规划与分叉控制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plan-first / branch-point callback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云端做规划，端侧做执行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50800" cy="1270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46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核心原则：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不要让云侧 agent 直接频繁遥控端侧工具，而要让端侧升级为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可缓存 / 可批处理 / 可短时自治的本地执行代理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 RPC 模式（每次调用都跨端）演进为 Capability 模式（端侧具备能力，云端做编排）。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端云协同演进 —— 边缘工具调用优化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模块化架构总结：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四大抽象边界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真正稳定的"模块边界"不是目录边界，而是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四类抽象边界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21971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Command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用户控制面能力接口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"用户想触发什么"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20955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2500" y="21971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Tool / ToolUseContext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模型执行面能力接口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"模型需要调用什么"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7846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Message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跨模块共享的运行时事实载体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所有能力映射成消息变换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683000"/>
            <a:ext cx="7112000" cy="12700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2500" y="37846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AppState + bootstrap/state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会话态 + 进程级基础设施态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双层状态分离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397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10 FIRST-LEVEL MODULES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842000"/>
            <a:ext cx="1473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入口与装配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交互与会话壳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对话执行内核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命令与工具能力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扩展生态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权限与安全治理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上下文与记忆治理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远程与分布式协同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观测与实验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基础设施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 4 类抽象让项目在高复杂度下仍然保持了可扩展性——新增模块只需实现已有的抽象接口，而不需要修改现有代码。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模块化架构总结 —— 四大抽象边界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设计哲学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33500" y="1460500"/>
            <a:ext cx="50800" cy="698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460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分层胜于堆砌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每层有明确边界，QueryEngine / query.ts / claude.ts / tools 四层分离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复杂度按层切开，而不是堆在一个函数里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33500" y="2413000"/>
            <a:ext cx="50800" cy="698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4130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消息是一等公民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所有能力映射成消息变换，tool_result 是 UserMessage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消息链是执行链里最核心的数据结构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36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33500" y="3365500"/>
            <a:ext cx="50800" cy="698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365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协议正确性优先于功能继续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normalizeMessagesForAPI / ensureToolResultPairing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消息域与 API 协议消息域的显式映射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33500" y="4318000"/>
            <a:ext cx="50800" cy="698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43180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错误是 runtime 正常分支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prompt_too_long / max_output_tokens 都有显式恢复路径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把错误设计成 runtime 的正常分支，而不是异常路径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27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33500" y="5270500"/>
            <a:ext cx="50800" cy="698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270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扩展先协议化再接入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MCP / skills / plugins 都被适配成统一 Command / Tool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所有扩展最终都要被适配成统一的 Command 或 Tool 结构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622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33500" y="6223000"/>
            <a:ext cx="50800" cy="698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62230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权限是状态机不是弹窗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PermissionResult 强类型决策链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权限拒绝不是抛异常，而是生成 tool_result 错误消息返回模型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717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33500" y="7175500"/>
            <a:ext cx="50800" cy="698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175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观测即控制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GrowthBook 直接参与 runtime decision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观测系统不是外围工具，而是 runtime decision 的一部分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关键设计哲学总结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工业级设计</a:t>
            </a:r>
            <a:pPr>
              <a:lnSpc>
                <a:spcPct val="130000"/>
              </a:lnSpc>
            </a:pPr>
            <a:r>
              <a:rPr lang="en-US" sz="3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的八大标志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会话编排与 turn 状态机的双层结构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QueryEngine 管会话，query.ts 管 turn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消息域与协议域的显式分离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normalizeMessagesForAPI 的工业价值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流式工具执行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StreamingToolExecutor 的采样与执行流水线重叠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064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分层式 context management stack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cache editing / persisted tool result / context governance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0" y="139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强类型权限解释链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PermissionDecisionReason 的可解释/可追踪/可消费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2286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工具并发按语义定制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partitionToolCalls 的局部顺序保守+全局尽量提速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3175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远程协同不破坏本地执行内核同构性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三种模式共享同一套消息协议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4064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观测系统内建可观测性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—— feature flag / env / 运行模式叠加后的分支复杂度控制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397500"/>
            <a:ext cx="14732000" cy="2667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最终判断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9690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的架构本质上不是普通聊天式 request/response，而是一个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消息驱动、可恢复、可扩展的 Agent Turn Runtime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它有五个显著特征：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会话态与 turn 态分离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消息链是一等公民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对外接口稳定，对内执行多阶段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错误被设计成 runtime 的正常分支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协议正确性优先于功能继续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工业级设计的八大标志 —— 最终判断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574"/>
                </a:solidFill>
                <a:latin typeface="JetBrains Mono, MiSans" pitchFamily="34" charset="0"/>
                <a:ea typeface="JetBrains Mono, MiSans" pitchFamily="34" charset="-122"/>
                <a:cs typeface="JetBrains Mono, MiSans" pitchFamily="34" charset="-120"/>
              </a:rPr>
              <a:t>THANK YOU // Q&amp;A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286000"/>
            <a:ext cx="1130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致谢与 </a:t>
            </a:r>
            <a:pPr>
              <a:lnSpc>
                <a:spcPct val="120000"/>
              </a:lnSpc>
            </a:pPr>
            <a:r>
              <a:rPr lang="en-US" sz="48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Q&amp;A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62000" y="3302000"/>
            <a:ext cx="2540000" cy="50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810000"/>
            <a:ext cx="1130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从架构视角深入源码，我们看到的不只是代码，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而是一套完整的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D4A57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Runtime 工程哲学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分层、协议、状态机、扩展性、可观测性，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每一个设计决策都在回答"如何让 AI 代理在真实世界中可靠运行"。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192000" y="1524000"/>
            <a:ext cx="3302000" cy="609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92000" y="1778000"/>
            <a:ext cx="3302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Harness Design Philosophy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principles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[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'Layered Architecture'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'Message as First-Class'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'Protocol Correctness'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'Error as Normal Branch'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'Extension via Protocol'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'Permission as State Machine'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'Observability as Control'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Thank you for listening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Questions welcome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从架构视角深入源码 —— Claude Code 的 Harness 设计哲学 | 4 小时深度技术演讲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从架构视角深入源码 —— Claude Code 的 Harness 设计哲学</dc:title>
  <dc:subject>从架构视角深入源码 —— Claude Code 的 Harness 设计哲学</dc:subject>
  <dc:creator>Kimi</dc:creator>
  <cp:lastModifiedBy>Kimi</cp:lastModifiedBy>
  <cp:revision>1</cp:revision>
  <dcterms:created xsi:type="dcterms:W3CDTF">2026-04-23T08:22:42Z</dcterms:created>
  <dcterms:modified xsi:type="dcterms:W3CDTF">2026-04-23T08:22:42Z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{"Label":"从架构视角深入源码 —— Claude Code 的 Harness 设计哲学","ContentProducer":"001191110108MACG2KBH8F10000","ProduceID":"19db9357-5522-8fbc-8000-00007cf97739","ReservedCode1":"","ContentPropagator":"001191110108MACG2KBH8F20000","PropagateID":"19db9357-5522-8fbc-8000-00007cf97739","ReservedCode2":""}</vt:lpwstr>
  </property>
</Properties>
</file>